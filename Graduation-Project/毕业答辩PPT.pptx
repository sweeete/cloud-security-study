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本科毕业设计答辩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基于优化XGBoost的DGA检测系统设计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3291840"/>
            <a:ext cx="4846320" cy="36576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36576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DDFF"/>
                </a:solidFill>
              </a:defRPr>
            </a:pPr>
            <a:r>
              <a:t>学    院：数学与信息科学学院</a:t>
            </a:r>
          </a:p>
          <a:p>
            <a:pPr>
              <a:spcAft>
                <a:spcPts val="800"/>
              </a:spcAft>
              <a:defRPr sz="1800">
                <a:solidFill>
                  <a:srgbClr val="CCDDFF"/>
                </a:solidFill>
              </a:defRPr>
            </a:pPr>
            <a:r>
              <a:t>专    业：信息安全</a:t>
            </a:r>
          </a:p>
          <a:p>
            <a:pPr>
              <a:spcAft>
                <a:spcPts val="800"/>
              </a:spcAft>
              <a:defRPr sz="1800">
                <a:solidFill>
                  <a:srgbClr val="CCDDFF"/>
                </a:solidFill>
              </a:defRPr>
            </a:pPr>
            <a:r>
              <a:t>班    级：信安221</a:t>
            </a:r>
          </a:p>
          <a:p>
            <a:pPr>
              <a:spcAft>
                <a:spcPts val="800"/>
              </a:spcAft>
              <a:defRPr sz="1800">
                <a:solidFill>
                  <a:srgbClr val="CCDDFF"/>
                </a:solidFill>
              </a:defRPr>
            </a:pPr>
            <a:r>
              <a:t>学生姓名：苑文洋</a:t>
            </a:r>
          </a:p>
          <a:p>
            <a:pPr>
              <a:spcAft>
                <a:spcPts val="800"/>
              </a:spcAft>
              <a:defRPr sz="1800">
                <a:solidFill>
                  <a:srgbClr val="CCDDFF"/>
                </a:solidFill>
              </a:defRPr>
            </a:pPr>
            <a:r>
              <a:t>学    号：32215300032</a:t>
            </a:r>
          </a:p>
          <a:p>
            <a:pPr>
              <a:spcAft>
                <a:spcPts val="800"/>
              </a:spcAft>
              <a:defRPr sz="1800">
                <a:solidFill>
                  <a:srgbClr val="CCDDFF"/>
                </a:solidFill>
              </a:defRPr>
            </a:pPr>
            <a:r>
              <a:t>指导教师：余玉银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目 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33333"/>
                </a:solidFill>
              </a:defRPr>
            </a:pPr>
            <a:r>
              <a:t>01   研究背景与意义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468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33333"/>
                </a:solidFill>
              </a:defRPr>
            </a:pPr>
            <a:r>
              <a:t>02   相关理论与技术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2918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33333"/>
                </a:solidFill>
              </a:defRPr>
            </a:pPr>
            <a:r>
              <a:t>03   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33333"/>
                </a:solidFill>
              </a:defRPr>
            </a:pPr>
            <a:r>
              <a:t>04   实验与分析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937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33333"/>
                </a:solidFill>
              </a:defRPr>
            </a:pPr>
            <a:r>
              <a:t>05  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01  研究背景与意义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DGA是僵尸网络逃避黑名单检测的核心手段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攻击者通过算法生成随机域名，绕过传统黑名单机制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传统方法（哈希匹配、规则匹配）难以应对变种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机器学习方法泛化能力强，能检测未知变种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XGBoost在效率和精度之间取得良好平衡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303520"/>
            <a:ext cx="105156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6DCC"/>
                </a:solidFill>
              </a:defRPr>
            </a:pPr>
            <a:r>
              <a:t>💡 目标：构建基于优化XGBoost的DGA检测系统，实现二分类（恶意/良性）和多分类（家族溯源）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 相关理论与技术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303520" cy="54864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XGBoost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基于梯度提升决策树的优化算法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引入正则化项防止过拟合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支持并行计算，训练效率高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自动处理缺失值，内置剪枝策略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30352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贝叶斯优化（Optuna）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基于高斯过程的超参数优化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相比网格/随机搜索效率更高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支持自动剪枝和可视化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有效探索超参数空间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特征工程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统计特征（6维）：长度、数字占比、信息熵、连续辅音比例、重复字符比例、元音占比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N-gram 特征：2-gram / 2-4gram，CountVectorizer 映射，前 10,000 高频组合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03  系统设计——整体架构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828800" cy="73152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域名数据采集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828800"/>
            <a:ext cx="1828800" cy="73152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数据预处理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828800"/>
            <a:ext cx="1828800" cy="73152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特征提取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828800"/>
            <a:ext cx="1828800" cy="73152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模型训练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1828800"/>
            <a:ext cx="1828800" cy="731520"/>
          </a:xfrm>
          <a:prstGeom prst="rect">
            <a:avLst/>
          </a:prstGeom>
          <a:solidFill>
            <a:srgbClr val="E84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检测评估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004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数据源：Alexa 20万 + 360 DGA 20万 = 40万样本，8:1:1 划分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预处理：去重、去TLD、正则化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特征：统计特征（6维）+ N-gram（CountVectorizer, top 10,000）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模型：XGBoost 默认 vs Optuna 贝叶斯优化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评估：准确率、精确率、召回率、F1、AUC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04  实验设计——特征分组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特征组编号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特征组合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①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统计特征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6维统计特征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2-gram 特征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Bigram + CountVectorizer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10,000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③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2-4gram 特征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混合切片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统计+2-gram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融合特征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10,006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</a:defRPr>
            </a:pPr>
            <a:r>
              <a:t>二分类 vs 多分类实验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二分类：区分恶意域名（DGA）和良性域名（Alexa）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多分类：对 10 个 DGA 家族细粒度分类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每组特征在 XGBoost 默认参数和贝叶斯优化下分别实验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04  实验结果——二分类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🏆 统计特征+2-gram + Optuna：准确率98.40% | F1 98.40% | AUC 0.9989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9260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52251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特征组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优化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准确率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精确率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召回率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统计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默认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95.87%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95.77%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95.87%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0.9931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统计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Optuna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96.12%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96.48%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95.76%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96.12%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0.9948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默认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97.53%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97.44%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97.63%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97.53%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0.9979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Optuna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97.69%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97.72%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97.66%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97.69%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0.9981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统计+2-gram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默认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98.10%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98.39%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97.81%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98.10%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0.9984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统计+2-gram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Optuna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98.40%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98.47%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98.33%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98.40%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7AE60"/>
                          </a:solidFill>
                        </a:defRPr>
                      </a:pPr>
                      <a:r>
                        <a:t>0.9989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04  实验结果——多分类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</a:defRPr>
            </a:pPr>
            <a:r>
              <a:t>🏆 统计+2-gram 融合组 → 宏平均 F1 88.95%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2743200"/>
          <a:ext cx="9144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特征组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准确率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宏平均F1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统计特征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65.59%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53.78%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宏观基准定位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84.46%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76.80%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微观指纹提取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2-4gram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85.55%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77.70%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特征冗余增加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统计+2-gram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89.98%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88.95%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✅ 最优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04  结果分析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统计特征 → 宏观基准定位；2-gram特征 → 微观指纹提取；融合 → 最优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贝叶斯优化相比默认参数，二分类提升约+0.3%，多分类提升约+3~5%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2-4gram 相比 2-gram 提升有限，融合后出现增益递减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二分类 AUC 达 0.9989，接近完美分类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「统计+2-gram」为最优组合，兼顾性能与效率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solidFill>
            <a:srgbClr val="FD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94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4C3D"/>
                </a:solidFill>
              </a:defRPr>
            </a:pPr>
            <a:r>
              <a:t>⚠️ 局限：多分类准确率仍有提升空间；部分DGA家族样本量有限，影响分类精度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05  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✅ 工作总结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构建XGBoost DGA检测系统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对比多种特征工程方案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引入贝叶斯优化自动调参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二分类F1 98.40%，多分类F1 88.95%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solidFill>
            <a:srgbClr val="E84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🔭 未来展望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引入深度学习（CNN/LSTM）集成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扩展到实时在线检测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增加更多DGA家族样本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探索主动学习半监督方法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🌟 特征融合策略：系统对比统计/N-gram/融合方案的性能差异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🌟 贝叶斯优化：引入Optuna替代网格搜索，提升调参效率10倍以上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🌟 统一框架：同时支持恶意域名检测和DGA家族溯源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🌟 正交性分析：揭示统计特征（宏观）与N-gram特征（微观）的互补机制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  DGA技术原理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DGA (Domain Generation Algorithm)：恶意软件动态生成大量候选域名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种子 + 算法 → 每日/每周生成数百数千个域名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攻击者只需注册其中少数几个即可维持C2通信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防御方难以预判和封锁所有域名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主流DGA家族：Suppobox、Kraken、Shiotob、Pykspa、Bamital等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检测难点：域名随机化程度高、不断变种、合法域名也可能被误报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  XGBoost算法原理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303520" cy="45720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梯度提升框架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逐步添加决策树，每棵新树修正前树残差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目标函数 = 损失函数 + 正则化项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二阶泰勒展开近似损失，收敛更快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支持列采样、缩减（shrinkage）防过拟合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相比传统方法的优势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相比随机森林：Boosting序列优化，偏差更低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相比SVM：天然处理高维稀疏特征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相比深度学习：训练速度快，可解释性强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相比单决策树：集成多个弱分类器，方差降低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03   数据预处理流程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数据处理步骤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① 数据采集：Alexa 20万 + 360 DGA 20万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② 数据清洗：去除空值、重复域名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③ TLD 剥离：去除.com/.net/.org等顶级域后缀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④ 标签编码：良性→0，DGA家族→1~10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⑤ 数据集划分：8:1:1（训练/验证/测试）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⑥ 特征标准化：N-gram特征使用CountVectorizer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solidFill>
            <a:srgbClr val="E84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为什么去TLD？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TLD是受控注册基准，对恶意检测无贡献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DGA核心对抗逻辑在前缀（二级域名）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去除TLD可减少噪声，增强模型敏感度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例如：abc123.com → abc123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保留所有子域名层级，点号视为分隔符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平均域名长度约12~20字符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03   特征工程详解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统计特征（6维）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① 域名长度：正常域名 vs DGA 域名字符数差异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② 数字占比：DGA常含随机数字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③ 信息熵：随机字符串熵值更高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④ 连续辅音比例：恶意域名常出现辅音堆叠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⑤ 重复字符比例：正常域名更易记忆，重复高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⑥ 元音占比：正常域名可读性强，元音占比高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N-gram 特征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将域名按n个连续字符切分（滑动窗口）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2-gram：ap→pp→pl→le 等字符对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2-4gram：混合2/3/4字符组合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CountVectorizer 统计各组合出现频次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取最频繁的10,000维作为特征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捕捉微观字符序列模式差异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03   贝叶斯优化——Optuna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solidFill>
            <a:srgbClr val="2D6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优化流程：定义目标函数 → 搜索超参数空间 → Optuna自动剪枝 → 输出最优参数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77440"/>
            <a:ext cx="5486400" cy="4572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优化参数范围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learning_rate: [0.01, 0.3]   学习率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max_depth: [3, 12]                  树的最大深度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n_estimators: [50, 500]         树的数量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subsample: [0.6, 1.0]            样本采样比例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colsample_bytree: [0.6, 1.0]  特征采样比例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reg_lambda: [0, 5]                  L2正则化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37744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423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优化结果示例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0175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Optuna vs 默认参数（统计+2-gram组）：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  准确率提升: 98.10% → 98.40% (+0.3%)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  F1提升: 98.10% → 98.40% (+0.3%)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  多分类提升更为显著：约+3~5%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搜索效率：50~100次试验即可收敛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相比网格搜索：效率提升10倍以上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04   多分类——家族级分析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10个DGA家族细粒度分类结果（统计+2-gram + Optuna）：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Suppobox：F1 较弱，因样本量有限且模式较随机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Kraken：F1 良好，具有明显的长度和字符分布特征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Shiotob：F1 优秀，n-gram模式区分度高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Pykspa：F1 良好，随机化程度较高但仍可识别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Bamital：F1 优秀，域名结构较为固定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其余5个家族整体表现中等偏上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分析结论：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统计特征对某些家族（如Bamital）区分度好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- 2-gram特征对字符模式差异大的家族（如Shiotob）更有效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  - 融合特征在所有家族上取得平衡的最优表现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致  谢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377440"/>
            <a:ext cx="30175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DDFF"/>
                </a:solidFill>
              </a:defRPr>
            </a:pPr>
            <a:r>
              <a:t>感谢指导老师余玉银老师的悉心指导</a:t>
            </a:r>
            <a:br/>
            <a:r>
              <a:t>感谢数学与信息科学学院各位老师的教诲</a:t>
            </a:r>
            <a:br/>
            <a:r>
              <a:t>感谢家人和同学的支持与帮助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请各位老师批评指正！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